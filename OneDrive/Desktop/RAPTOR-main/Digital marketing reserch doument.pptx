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7" r:id="rId3"/>
    <p:sldId id="275" r:id="rId4"/>
    <p:sldId id="27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93F40-FAF8-4228-8AAC-470B65273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D4F94-AAFA-43E7-B33E-DFD949327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2E2AE-08C2-42D2-B77A-964C4E25F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6F1B3-FA7E-4930-A308-B326AC6B38CE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793D2-D9A0-4BD7-BDA5-8C4ADEA19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0BBA8-B5C2-45BA-B58F-E21D1AD12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0CA2-9521-46F6-BC2C-9226CA9809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591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15250-120C-41A5-B200-42A66FC9F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0701D-A620-4C0F-B693-66CB0F326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C16CB-D5AA-44AE-BFA7-935B86B6B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6F1B3-FA7E-4930-A308-B326AC6B38CE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23FB8-7AC9-4C87-9803-148A192BF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D41B1-D6E4-4229-A126-2BEEA9689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0CA2-9521-46F6-BC2C-9226CA9809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900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7EE5B-436D-4D8F-8FD7-148513662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BADEBB-8D28-4C3B-8B77-F2E0A546B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8F7C2-05EB-4ECB-A60C-E20B01668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6F1B3-FA7E-4930-A308-B326AC6B38CE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C7EAB-D644-4D78-A2E2-FCCFF4773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8907E-AD97-401F-8A1F-B670C49CE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0CA2-9521-46F6-BC2C-9226CA9809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01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CDB59-7E10-4F39-BDD4-F7F80F418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D96BF-641A-4CE0-A1E8-452540657A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286C26-7085-4901-A553-58F113034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12A3E-4F6D-4F92-ABFB-85734E5D6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6F1B3-FA7E-4930-A308-B326AC6B38CE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F61BF-7BF9-4E93-85B1-1D1052B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993FF7-14FF-42B6-BAD4-D006F3570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0CA2-9521-46F6-BC2C-9226CA9809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256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59452-413E-47F5-8205-8787E464A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BDBF2-D94A-41C9-8790-A82F43CC0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79C68-29FE-40EE-B499-C1F6D3376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1CEAAA-F5E0-4BC4-9C08-A08969FC8D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F4BF45-931F-4280-8618-81EC0D2FB3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52490F-5C14-4B5C-8A17-BFFEC53FB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6F1B3-FA7E-4930-A308-B326AC6B38CE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A9B17D-9C86-40FA-A5D9-A2E3713E8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1D97FD-EA79-4C4B-A236-608C7EFD1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0CA2-9521-46F6-BC2C-9226CA9809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758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80D61-BB0C-4DC7-9E8E-DBC5D013B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B21026-76E6-4921-9D5A-3ED63227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6F1B3-FA7E-4930-A308-B326AC6B38CE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2E28A3-6CE9-40FB-8757-7C2884A80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0BA25B-020A-4D4F-9EDE-3F9C8AF95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0CA2-9521-46F6-BC2C-9226CA9809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498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FA05C8-D0D5-47D3-AB67-3225CC925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6F1B3-FA7E-4930-A308-B326AC6B38CE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1244C3-2B27-4402-A55F-747B812C2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DD4EC-7379-4238-8F10-02D4B77A7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0CA2-9521-46F6-BC2C-9226CA9809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260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5EBF-94D6-4A55-BA20-300A9DB03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2A66B-0126-473C-9F08-54C6D9183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D36BEA-F571-47F5-A41E-A8D2D0E9D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9E420-FFA5-4F61-B1B1-4DBC96610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6F1B3-FA7E-4930-A308-B326AC6B38CE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2B409-6DEB-46A0-B21C-D9BBC2E4C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9C48E-FE9B-4908-9567-68960FB04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0CA2-9521-46F6-BC2C-9226CA9809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231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FFCBD-3200-4E66-AE12-1CD2C05A5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CFAC29-D2E7-424B-A25A-6E687EDABC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CF8EEB-634F-4EE4-8C26-18458F7C4A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8F322-95F5-4ED6-A55F-6C5802CA1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6F1B3-FA7E-4930-A308-B326AC6B38CE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80BBE-8574-4142-B4AD-C9BE49B4A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49FC7-9289-4A6E-B9C6-E86DDA9CB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0CA2-9521-46F6-BC2C-9226CA9809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781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37E8-9F1C-4775-9EFB-D8593B1B7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3F8D3-50A8-4BD6-94A5-EF4C0C9AED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90A55-72E3-4D20-8646-4EC4BC4E2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6F1B3-FA7E-4930-A308-B326AC6B38CE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A3A5D-743B-43DA-B185-C0C687D40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B3311-BAD9-481D-9E47-1AAD86BD1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0CA2-9521-46F6-BC2C-9226CA9809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719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5668E9-54E5-4AD0-BA3F-B6653DF2C7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07ADD0-BBAD-420B-A875-1486FA43E9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3AC75-2484-46A6-8E48-4FFBB4DC9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6F1B3-FA7E-4930-A308-B326AC6B38CE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A786F-2892-4C58-BE10-91B32C9B0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A55AE-9A3E-4F80-ABE0-8D71FF7E1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0CA2-9521-46F6-BC2C-9226CA9809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624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D6002A-699B-4C8F-94B1-0E95E1B6D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DD89F-6C48-4210-B33F-DEA776A7B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6254A-734B-4ACF-BFD4-44B9DC7B1E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66F1B3-FA7E-4930-A308-B326AC6B38CE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FBFC3-F660-4369-A75D-532E60BDC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CF431-7193-4E1D-9D02-DB479F4DA1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4E0CA2-9521-46F6-BC2C-9226CA9809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211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8F94060-D6B2-4307-8E4A-6BFF8868F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926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BC9F0A-E3DD-442D-8113-427543788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965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E86206E-84C3-428D-9958-6AC4D35A48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625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625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7C94E25-BBE9-47E1-B7FF-51E7F8BB9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385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Mrudula m</dc:creator>
  <cp:lastModifiedBy>Mrudula m</cp:lastModifiedBy>
  <cp:revision>2</cp:revision>
  <dcterms:created xsi:type="dcterms:W3CDTF">2026-06-29T05:22:32Z</dcterms:created>
  <dcterms:modified xsi:type="dcterms:W3CDTF">2026-07-02T10:20:52Z</dcterms:modified>
</cp:coreProperties>
</file>